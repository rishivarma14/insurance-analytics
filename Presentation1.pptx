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F678"/>
    <a:srgbClr val="77F17D"/>
    <a:srgbClr val="EAF155"/>
    <a:srgbClr val="17F15A"/>
    <a:srgbClr val="DDE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F87A2-20AE-4CE1-BAB0-ADB37BE94F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C249E2-79DE-4FF6-96AA-529ED9310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58A10-7BC5-46FD-A6E7-4331C5D60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989F0-EB2D-453A-8358-40EB36F64C77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71131-86DB-45FC-AE96-64D5EEF9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B1B91-88FF-4794-82D1-B79811521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3B0-F12F-46A4-853B-95BB05DB40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15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12793-A959-47BD-A141-FF0987291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CEBE1-1EBE-4D86-B70D-75D0F5408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D3DAC-E049-48F4-9A4D-AC4DD0E83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989F0-EB2D-453A-8358-40EB36F64C77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C12E3-E8DD-40F3-86A6-458FE6351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F0472-C11E-48CB-A675-C127764BA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3B0-F12F-46A4-853B-95BB05DB40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705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EB801-1296-4AB5-87AF-8DA4D16D1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673E7A-763E-41A9-9E56-ECC8321F9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1C081-CF79-4C50-B482-B49C1945A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989F0-EB2D-453A-8358-40EB36F64C77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7351B-5BE9-4331-B747-D481ABD9F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13D36-4BA6-4739-94E8-28B258F0D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3B0-F12F-46A4-853B-95BB05DB40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382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5CF87-4710-43A9-9D3E-9B2BD41F4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604BE-2A56-4A9C-945C-1A54F53F3F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A8072-F974-4A8A-9180-866F8CDC9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998AD-D0A1-4831-89E4-01E5270FB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989F0-EB2D-453A-8358-40EB36F64C77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4EE744-284A-4B64-ACE9-FF08452C3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872B46-A470-421D-9821-62DEEAB14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3B0-F12F-46A4-853B-95BB05DB40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845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2F917-6210-4DB5-900B-53F38863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6AEB1-B645-4927-AD49-FCC11DEF3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9963C-28B3-4A65-9474-2CB3E4AAB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893B32-E45E-4F9B-83AA-495F32279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8B00E9-82E6-44BC-A622-3DC55A8722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51D592-7A5D-4E7C-AF5D-3F9D18323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989F0-EB2D-453A-8358-40EB36F64C77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E77FD5-9421-44BA-B2C6-D8673F35A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B84EBB-460E-476B-8851-668AE39B9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3B0-F12F-46A4-853B-95BB05DB40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806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1F4F8-365B-4843-8166-BB81DCD39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87366-4CF4-4139-9973-987BEFEF2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989F0-EB2D-453A-8358-40EB36F64C77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485035-1E50-4CC3-868E-5CC6B5EE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4FB511-A44D-4476-BC20-E723B5D47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3B0-F12F-46A4-853B-95BB05DB40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80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816E1A-162A-46F8-B0C6-84F8BE1ED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989F0-EB2D-453A-8358-40EB36F64C77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A0D726-5FA4-4BA4-A331-C2C47319A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23D2B-3A0B-49FB-84FE-B21C6B77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3B0-F12F-46A4-853B-95BB05DB40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968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BB20E-FF2E-44B2-9C0D-A54043C4D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71703-C03F-4B62-BDE4-690CACF05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33E562-ABD7-4999-B447-0610AB84F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CC5BD-CC82-4585-A3A3-B24A900AA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989F0-EB2D-453A-8358-40EB36F64C77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999C7-5437-4B22-A810-C3DA8F535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AD6F6-24E5-4E2B-9751-83CDEF434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3B0-F12F-46A4-853B-95BB05DB40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939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397BE-44EA-424D-ADD7-793BB2919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508103-3ABC-4F85-A5B9-73AE38911B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31D8C2-0B82-45D6-9D38-469180298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A5A5B-B3CC-49C3-BE89-4BE21B479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989F0-EB2D-453A-8358-40EB36F64C77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3CC1B-61D1-40FA-A3D8-9964E9B94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4005E-2C54-495C-9A63-A7DFC50FF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3B0-F12F-46A4-853B-95BB05DB40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043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DBA5D-A057-4080-9109-8F5EEB4DC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3D9061-6EC7-40CC-B071-58A7E9CE0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643FA-2344-4517-B248-E11D164BA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989F0-EB2D-453A-8358-40EB36F64C77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D4556-6A22-4E8E-9CE2-3441B5B56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A8598-5B30-472B-A7A4-6665F5D94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3B0-F12F-46A4-853B-95BB05DB40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318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7D40DA-0974-4609-BD71-B1BA81F49A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E31311-1B36-4A26-9723-080912CF8F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9654C-C32C-4156-972D-9E1C0EBDB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989F0-EB2D-453A-8358-40EB36F64C77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711CB-9612-4609-AA9F-E372E34D4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17B01-01CE-439A-80E7-F93D1AA59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3B0-F12F-46A4-853B-95BB05DB40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988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36BEF-6198-403F-BA69-CA984F81F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9AFD3-26CF-4002-B731-17F5873AB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C3114-7725-47EA-ADFF-9DDAD89A16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989F0-EB2D-453A-8358-40EB36F64C77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3F224-890E-43BB-9C6E-6989BF2488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1BF43-1763-40D9-A597-C29C84E2F4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0F3B0-F12F-46A4-853B-95BB05DB40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521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3A840-51CD-48C9-B76D-B4C896CE3B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58A311-55A3-4DD5-80DA-9EF8128C9E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376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D97570-3D2F-4498-8B73-535CFAB5D8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F678">
              <a:alpha val="3490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353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Rishi Varma</dc:creator>
  <cp:lastModifiedBy>Rishi Varma</cp:lastModifiedBy>
  <cp:revision>2</cp:revision>
  <dcterms:created xsi:type="dcterms:W3CDTF">2025-03-31T05:40:11Z</dcterms:created>
  <dcterms:modified xsi:type="dcterms:W3CDTF">2025-03-31T06:04:00Z</dcterms:modified>
</cp:coreProperties>
</file>